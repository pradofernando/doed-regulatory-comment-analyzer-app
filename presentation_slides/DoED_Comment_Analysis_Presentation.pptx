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2034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DoED Public Comment Analysis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Analysis of Regulations.gov Comments</a:t>
            </a:r>
          </a:p>
          <a:p>
            <a:r>
              <a:t>Using Azure AI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95+ public comments received on IDEA regulation changes</a:t>
            </a:r>
          </a:p>
          <a:p>
            <a:pPr>
              <a:defRPr sz="1800"/>
            </a:pPr>
            <a:r>
              <a:t>Most comments include PDF/DOCX attachments (88 of 95)</a:t>
            </a:r>
          </a:p>
          <a:p>
            <a:pPr>
              <a:defRPr sz="1800"/>
            </a:pPr>
            <a:r>
              <a:t>Manual review is time-consuming and inconsistent</a:t>
            </a:r>
          </a:p>
          <a:p>
            <a:pPr>
              <a:defRPr sz="1800"/>
            </a:pPr>
            <a:r>
              <a:t>Need to identify themes, sentiment, and key recommendations</a:t>
            </a:r>
          </a:p>
          <a:p>
            <a:pPr>
              <a:defRPr sz="1800"/>
            </a:pPr>
            <a:r>
              <a:t>Requirement for comprehensive, unbiased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Automated 3-phase pipeline leveraging Azure AI</a:t>
            </a:r>
          </a:p>
          <a:p>
            <a:pPr>
              <a:defRPr sz="1800"/>
            </a:pPr>
            <a:r>
              <a:t>Phase 1: Fetch comments from Regulations.gov API</a:t>
            </a:r>
          </a:p>
          <a:p>
            <a:pPr>
              <a:defRPr sz="1800"/>
            </a:pPr>
            <a:r>
              <a:t>Phase 2: Extract text from PDF/DOCX attachments</a:t>
            </a:r>
          </a:p>
          <a:p>
            <a:pPr>
              <a:defRPr sz="1800"/>
            </a:pPr>
            <a:r>
              <a:t>Phase 3: AI-powered categorization and analysis</a:t>
            </a:r>
          </a:p>
          <a:p>
            <a:pPr>
              <a:defRPr sz="1800"/>
            </a:pPr>
            <a:r>
              <a:t>Outputs: Structured categorizations + collective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📥 Regulations.gov API → Comment Collection</a:t>
            </a:r>
          </a:p>
          <a:p>
            <a:pPr>
              <a:defRPr sz="1800"/>
            </a:pPr>
            <a:r>
              <a:t>📄 Azure Document Intelligence → Text Extraction (OCR)</a:t>
            </a:r>
          </a:p>
          <a:p>
            <a:pPr>
              <a:defRPr sz="1800"/>
            </a:pPr>
            <a:r>
              <a:t>🤖 Azure AI Agents → Categorization &amp; Analysis</a:t>
            </a:r>
          </a:p>
          <a:p>
            <a:pPr>
              <a:defRPr sz="1800"/>
            </a:pPr>
            <a:r>
              <a:t>📊 Structured Output → JSON categorizations + CSV data</a:t>
            </a:r>
          </a:p>
          <a:p>
            <a:pPr>
              <a:defRPr sz="1800"/>
            </a:pPr>
            <a:r>
              <a:t>🔄 Automated workflow with organized output folders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Script: fetch_regulations_comments.py</a:t>
            </a:r>
          </a:p>
          <a:p>
            <a:pPr>
              <a:defRPr sz="1800"/>
            </a:pPr>
            <a:r>
              <a:t>Connects to Regulations.gov API with API key</a:t>
            </a:r>
          </a:p>
          <a:p>
            <a:pPr>
              <a:defRPr sz="1800"/>
            </a:pPr>
            <a:r>
              <a:t>Fetches all comments for specified docket</a:t>
            </a:r>
          </a:p>
          <a:p>
            <a:pPr>
              <a:defRPr sz="1800"/>
            </a:pPr>
            <a:r>
              <a:t>Extracts metadata: commenter, date, organization</a:t>
            </a:r>
          </a:p>
          <a:p>
            <a:pPr>
              <a:defRPr sz="1800"/>
            </a:pPr>
            <a:r>
              <a:t>Identifies comments with attachments</a:t>
            </a:r>
          </a:p>
          <a:p>
            <a:pPr>
              <a:defRPr sz="1800"/>
            </a:pPr>
            <a:r>
              <a:t>Output: JSON files in output/1_fetch/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Text Extraction &amp; Consolidation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Script: consolidate_comments_to_csv.py</a:t>
            </a:r>
          </a:p>
          <a:p>
            <a:pPr>
              <a:defRPr sz="1800"/>
            </a:pPr>
            <a:r>
              <a:t>Downloads PDF/DOCX attachments from regulations.gov</a:t>
            </a:r>
          </a:p>
          <a:p>
            <a:pPr>
              <a:defRPr sz="1800"/>
            </a:pPr>
            <a:r>
              <a:t>Extracts text using PyPDF2 and python-docx</a:t>
            </a:r>
          </a:p>
          <a:p>
            <a:pPr>
              <a:defRPr sz="1800"/>
            </a:pPr>
            <a:r>
              <a:t>Browser-like headers bypass download restrictions</a:t>
            </a:r>
          </a:p>
          <a:p>
            <a:pPr>
              <a:defRPr sz="1800"/>
            </a:pPr>
            <a:r>
              <a:t>Combines inline text + attachment text</a:t>
            </a:r>
          </a:p>
          <a:p>
            <a:pPr>
              <a:defRPr sz="1800"/>
            </a:pPr>
            <a:r>
              <a:t>Output: Consolidated CSV in output/2_consolidate/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AI Analysis - Individual Categorization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Script: process_csv_rows.py</a:t>
            </a:r>
          </a:p>
          <a:p>
            <a:pPr>
              <a:defRPr sz="1800"/>
            </a:pPr>
            <a:r>
              <a:t>Azure AI Agent categorizes each comment individually</a:t>
            </a:r>
          </a:p>
          <a:p>
            <a:pPr>
              <a:defRPr sz="1800"/>
            </a:pPr>
            <a:r>
              <a:t>Extracts: sentiment, themes, key arguments</a:t>
            </a:r>
          </a:p>
          <a:p>
            <a:pPr>
              <a:defRPr sz="1800"/>
            </a:pPr>
            <a:r>
              <a:t>Identifies: commenter type, concerns, recommendations</a:t>
            </a:r>
          </a:p>
          <a:p>
            <a:pPr>
              <a:defRPr sz="1800"/>
            </a:pPr>
            <a:r>
              <a:t>Streaming responses for real-time progress</a:t>
            </a:r>
          </a:p>
          <a:p>
            <a:pPr>
              <a:defRPr sz="1800"/>
            </a:pPr>
            <a:r>
              <a:t>Output: categorizations_[timestamp].json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AI Analysis - Collective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Agent receives categorizations in small batches</a:t>
            </a:r>
          </a:p>
          <a:p>
            <a:pPr>
              <a:defRPr sz="1800"/>
            </a:pPr>
            <a:r>
              <a:t>Maintains thread context across all batches</a:t>
            </a:r>
          </a:p>
          <a:p>
            <a:pPr>
              <a:defRPr sz="1800"/>
            </a:pPr>
            <a:r>
              <a:t>Identifies common themes and patterns</a:t>
            </a:r>
          </a:p>
          <a:p>
            <a:pPr>
              <a:defRPr sz="1800"/>
            </a:pPr>
            <a:r>
              <a:t>Groups similar comments together</a:t>
            </a:r>
          </a:p>
          <a:p>
            <a:pPr>
              <a:defRPr sz="1800"/>
            </a:pPr>
            <a:r>
              <a:t>Generates final collective analysis report</a:t>
            </a:r>
          </a:p>
          <a:p>
            <a:pPr>
              <a:defRPr sz="1800"/>
            </a:pPr>
            <a:r>
              <a:t>Output: grouped_analysis_[timestamp].json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✅ Handles 95+ comments including attachment-only submissions</a:t>
            </a:r>
          </a:p>
          <a:p>
            <a:pPr>
              <a:defRPr sz="1800"/>
            </a:pPr>
            <a:r>
              <a:t>✅ Automated text extraction from PDFs and Word docs</a:t>
            </a:r>
          </a:p>
          <a:p>
            <a:pPr>
              <a:defRPr sz="1800"/>
            </a:pPr>
            <a:r>
              <a:t>✅ No manual intervention required after initial setup</a:t>
            </a:r>
          </a:p>
          <a:p>
            <a:pPr>
              <a:defRPr sz="1800"/>
            </a:pPr>
            <a:r>
              <a:t>✅ Organized output structure (output/1_fetch, 2_consolidate, 3_analysis)</a:t>
            </a:r>
          </a:p>
          <a:p>
            <a:pPr>
              <a:defRPr sz="1800"/>
            </a:pPr>
            <a:r>
              <a:t>✅ Automatic file linking between pipeline phases</a:t>
            </a:r>
          </a:p>
          <a:p>
            <a:pPr>
              <a:defRPr sz="1800"/>
            </a:pPr>
            <a:r>
              <a:t>✅ Configurable batch sizes and row limits for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/>
            </a:pPr>
            <a:r>
              <a:t>Azure Services:</a:t>
            </a:r>
          </a:p>
          <a:p>
            <a:pPr>
              <a:defRPr sz="1600"/>
            </a:pPr>
            <a:r>
              <a:t>• Azure AI Agents</a:t>
            </a:r>
          </a:p>
          <a:p>
            <a:pPr>
              <a:defRPr sz="1600"/>
            </a:pPr>
            <a:r>
              <a:t>• Azure OpenAI</a:t>
            </a:r>
          </a:p>
          <a:p>
            <a:pPr>
              <a:defRPr sz="1600"/>
            </a:pPr>
            <a:r>
              <a:t>• Azure CLI Authentication</a:t>
            </a:r>
          </a:p>
          <a:p>
            <a:pPr>
              <a:defRPr sz="1600"/>
            </a:pPr>
            <a:endParaRPr/>
          </a:p>
          <a:p>
            <a:pPr>
              <a:defRPr sz="1600"/>
            </a:pPr>
            <a:r>
              <a:t>Python Libraries:</a:t>
            </a:r>
          </a:p>
          <a:p>
            <a:pPr>
              <a:defRPr sz="1600"/>
            </a:pPr>
            <a:r>
              <a:t>• Semantic Kernel</a:t>
            </a:r>
          </a:p>
          <a:p>
            <a:pPr>
              <a:defRPr sz="1600"/>
            </a:pPr>
            <a:r>
              <a:t>• PyPDF2</a:t>
            </a:r>
          </a:p>
          <a:p>
            <a:pPr>
              <a:defRPr sz="1600"/>
            </a:pPr>
            <a:r>
              <a:t>• python-docx</a:t>
            </a:r>
          </a:p>
          <a:p>
            <a:pPr>
              <a:defRPr sz="1600"/>
            </a:pPr>
            <a:r>
              <a:t>• requests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/>
            </a:pPr>
            <a:r>
              <a:t>APIs:</a:t>
            </a:r>
          </a:p>
          <a:p>
            <a:pPr>
              <a:defRPr sz="1600"/>
            </a:pPr>
            <a:r>
              <a:t>• Regulations.gov API</a:t>
            </a:r>
          </a:p>
          <a:p>
            <a:pPr>
              <a:defRPr sz="1600"/>
            </a:pPr>
            <a:endParaRPr/>
          </a:p>
          <a:p>
            <a:pPr>
              <a:defRPr sz="1600"/>
            </a:pPr>
            <a:r>
              <a:t>Data Formats:</a:t>
            </a:r>
          </a:p>
          <a:p>
            <a:pPr>
              <a:defRPr sz="1600"/>
            </a:pPr>
            <a:r>
              <a:t>• JSON for categorizations</a:t>
            </a:r>
          </a:p>
          <a:p>
            <a:pPr>
              <a:defRPr sz="1600"/>
            </a:pPr>
            <a:r>
              <a:t>• CSV for consolidated text</a:t>
            </a:r>
          </a:p>
          <a:p>
            <a:pPr>
              <a:defRPr sz="1600"/>
            </a:pPr>
            <a:endParaRPr/>
          </a:p>
          <a:p>
            <a:pPr>
              <a:defRPr sz="1600"/>
            </a:pPr>
            <a:r>
              <a:t>Output Structure:</a:t>
            </a:r>
          </a:p>
          <a:p>
            <a:pPr>
              <a:defRPr sz="1600"/>
            </a:pPr>
            <a:r>
              <a:t>• output/1_fetch/</a:t>
            </a:r>
          </a:p>
          <a:p>
            <a:pPr>
              <a:defRPr sz="1600"/>
            </a:pPr>
            <a:r>
              <a:t>• output/2_consolidate/</a:t>
            </a:r>
          </a:p>
          <a:p>
            <a:pPr>
              <a:defRPr sz="1600"/>
            </a:pPr>
            <a:r>
              <a:t>• output/3_analysis/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488</Words>
  <Application>Microsoft Office PowerPoint</Application>
  <PresentationFormat>On-screen Show (4:3)</PresentationFormat>
  <Paragraphs>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DoED Public Comment Analysis Pipeline</vt:lpstr>
      <vt:lpstr>The Challenge</vt:lpstr>
      <vt:lpstr>Solution Overview</vt:lpstr>
      <vt:lpstr>Solution Architecture</vt:lpstr>
      <vt:lpstr>Phase 1: Data Collection</vt:lpstr>
      <vt:lpstr>Phase 2: Text Extraction &amp; Consolidation</vt:lpstr>
      <vt:lpstr>Phase 3: AI Analysis - Individual Categorization</vt:lpstr>
      <vt:lpstr>Phase 3: AI Analysis - Collective Analysis</vt:lpstr>
      <vt:lpstr>Key Features &amp; Benefits</vt:lpstr>
      <vt:lpstr>Technology Stack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Cameron Jackson</cp:lastModifiedBy>
  <cp:revision>2</cp:revision>
  <dcterms:created xsi:type="dcterms:W3CDTF">2013-01-27T09:14:16Z</dcterms:created>
  <dcterms:modified xsi:type="dcterms:W3CDTF">2026-01-20T15:45:32Z</dcterms:modified>
  <cp:category/>
</cp:coreProperties>
</file>